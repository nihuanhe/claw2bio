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301E9-3CF2-041B-F8E2-BB19FB902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F23C03-D6EE-D700-EAE0-C125EA558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42A15-008E-6F60-54A1-23C8F3CF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6AA317-696E-1A1E-FD03-A8961765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B5E789-179E-5CEC-D6DA-EC6021B0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91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A02D7-70F2-01D5-EC15-F26B0158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2A9552-1D87-8FBD-5AA1-C5958DD5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EE031-A96F-0C63-49F5-4A993923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B102C2-934F-3EAB-932A-13424AFD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C6F670-6411-125B-1E46-2CE0C3EC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34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24B45-5414-A13D-7761-9F634FAA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3EFD40-B91F-4609-E319-76B53A0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030721-A1DB-3F36-5373-04424A4AC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267B1-1F76-0722-3857-64262F90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BD8A4-CAFD-0EF8-92B9-F28410CB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712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A9543-C231-0750-944D-AEF4A39B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F0A39C-1085-FD8C-B21F-A420F6EB9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57AA8A-086B-9242-6F1E-1E0FEDA86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10BF26-4456-462D-C1D9-BE330623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F6D5CC-7AF2-2073-CB11-891DBA36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D7BF64-8A1A-98FB-C9CB-4BC69911E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8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EC337-6AA9-1D48-1CD2-200FAB552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1E76F7-F849-0CFA-2B56-D04338BFA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DAD4F2-0C8B-3CBE-F84B-DA07206B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4F9869-5272-17BD-5630-4E99BCD4B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3A8EF6-CDCC-AD9B-583C-986242F96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65E05D-9F9B-F841-35AA-8CF681DA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CAC1CD-EBE0-D207-2F86-CD921682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1D93C5-9E17-1F9A-304F-6B7C3BA1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55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8D87A-7333-DDED-1F2C-B147F9531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3BBA63-A7E5-CB83-ACA7-8B2930E1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6D51B3-5F4A-B622-5AB4-81B80464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32E4C6-992F-DA86-8381-159F5C99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08531F-AD92-458E-B45A-3EE779ED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A87496-F7C3-3AA1-8377-639ED2B3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2CDCC6-64A4-01A9-B673-5AD53A55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907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451D6-A700-07BA-F0BD-7029268E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27AF9F-52A1-4EF8-34CD-2B23C76E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0CAC2E-7FE0-1846-C7DB-A2FADCF64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50D36E-8293-6351-6901-14C52D89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18B98F-D9B6-52CC-DC83-D19FF98B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8107FD-6EA2-9F39-49A8-392F2AD4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39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C1E79-E892-219D-E02C-40095C27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E0F5EA-B5EA-C68F-AAE9-73D1382FE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3AD98F-1E61-7764-C7AB-B6678AC3B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27989F-B2F9-8678-5E13-192BB33E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BC0F66-CD57-A26A-B92A-B1C68AB0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F17EC9-706E-7F41-6792-B6545D54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54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E0C0B-3107-61BB-426A-7123AAD5D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B923A6-D99A-7278-FC75-7CAAD2619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3934E-CFE5-66B9-996B-33792A18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58269B-3A03-8F0A-6AAA-2A5A7590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655CEF-6566-1D69-9393-05EA2428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98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DF6E8F-CAE5-71EC-E84A-CC1ECC572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821108-B2BC-86ED-10A5-1C981061D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979576-8E32-A60C-6CC7-D4DBF26E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59F11-5033-66E9-BBDC-AC5C845B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361313-803B-71F6-1EF5-FD49ED4D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55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736258-EC0B-A0B1-C01D-3464C53B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1C6B19-E0C0-3916-772C-BC957C071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6F7D3D-2084-EEF4-B20D-491B610A1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E4EF8-6158-4B7F-9AD1-5F333938F1F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4A48D-4B16-5396-CECA-01956CB08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F09072-EBB4-3B80-72A1-210FC6AB9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1A50-74A3-4FFB-88D2-92501B68F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76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B0A3317-7D80-4AB2-3A0F-E26833789FC8}"/>
              </a:ext>
            </a:extLst>
          </p:cNvPr>
          <p:cNvSpPr/>
          <p:nvPr/>
        </p:nvSpPr>
        <p:spPr>
          <a:xfrm>
            <a:off x="550606" y="255638"/>
            <a:ext cx="2123768" cy="6587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左下角放大为</a:t>
            </a:r>
            <a:r>
              <a:rPr lang="en-US" altLang="zh-CN" dirty="0"/>
              <a:t>78%</a:t>
            </a:r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9D703F8-6AF2-89B6-2755-BA17F8A11E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765755" y="914399"/>
            <a:ext cx="4267201" cy="434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0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E48B378-F248-3738-0233-8A85865A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103" y="1620008"/>
            <a:ext cx="3601904" cy="36179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E12D209-207D-3F3D-0614-8215E1F45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38" y="1620008"/>
            <a:ext cx="3516529" cy="35165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2E1254-B63A-6710-CD27-488DD6B36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0" y="1832152"/>
            <a:ext cx="3067746" cy="319369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C522599-7B0F-4148-3318-1AA3C68AC8C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3933015" y="914399"/>
            <a:ext cx="3913019" cy="432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13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6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huanhe ni</dc:creator>
  <cp:lastModifiedBy>huanhe ni</cp:lastModifiedBy>
  <cp:revision>6</cp:revision>
  <dcterms:created xsi:type="dcterms:W3CDTF">2026-06-08T05:08:56Z</dcterms:created>
  <dcterms:modified xsi:type="dcterms:W3CDTF">2026-06-08T12:27:56Z</dcterms:modified>
</cp:coreProperties>
</file>